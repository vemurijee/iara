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Challenge &amp;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Modern portfolio management demands real-time risk visibility across hundreds of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231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Manual risk assessment can't scale to large portfolios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157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Delayed market data leads to stale risk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Siloed analysis: price, sentiment, news reviewed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0098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No unified view of cross-asset risk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202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4231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Automated 4-stage pipeline ingests live market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157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ML-driven anomaly detection flags hidden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00837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NLP sentiment analysis on real-time financial news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30098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Interactive dashboard with drill-down to any asset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54864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091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Calibri"/>
              </a:defRPr>
            </a:pPr>
            <a:r>
              <a:t>Key Value Proposition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Analyze up to 500 assets from a universe of 1,074 US stocks in a single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675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Delta-based caching reduces redundant API calls by up to 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66013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Traffic-light risk ratings (RED / YELLOW / GREEN) enable instant prioritization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46888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Yahoo Finance API</a:t>
            </a:r>
            <a:br/>
            <a:r>
              <a:t>Delta-based caching</a:t>
            </a:r>
            <a:br/>
            <a:r>
              <a:t>~1,074 stock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46888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Core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Volatility &amp; drawdown</a:t>
            </a:r>
            <a:br/>
            <a:r>
              <a:t>Volume analysis</a:t>
            </a:r>
            <a:br/>
            <a:r>
              <a:t>Risk flag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ML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Isolation Forest</a:t>
            </a:r>
            <a:br/>
            <a:r>
              <a:t>Gradient Boosting</a:t>
            </a:r>
            <a:br/>
            <a:r>
              <a:t>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37160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371600"/>
            <a:ext cx="2468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Sentiment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news fetch</a:t>
            </a:r>
            <a:br/>
            <a:r>
              <a:t>TextBlob NLP</a:t>
            </a:r>
            <a:br/>
            <a:r>
              <a:t>Headline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54864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251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177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PostgreSQL for pipeline runs &amp;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103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Delta-based price caching per symbol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029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Metadata cache (sector, market cap, PE)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49554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JSONB storage for full run results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4114800"/>
            <a:ext cx="54864" cy="2103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251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6177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Streamlit interactive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9103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5-tab layout with drill-down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2029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Plotly charts &amp; visualizations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549554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On-demand PDF/CSV reports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411480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411480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External Integrations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617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Yahoo Finance (prices &amp; news)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910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RSS feeds (Reuters, CNBC, WSJ)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5202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TextBlob NLP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54955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scikit-learn ML models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Technical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2468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Calibri"/>
              </a:defRPr>
            </a:pPr>
            <a:r>
              <a:t>Data Ingestion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yfinance API for real-time prices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6-month historical price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Company metadata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Batch processing with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Delta caching: only fetch new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~1,074 ticker universe (S&amp;P 500+)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18872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188720"/>
            <a:ext cx="54864" cy="2468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Core Risk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Annualized volatility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Maximum drawdown from peak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Volume trend analysis (30-day)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Configurable RED/YELLOW thresholds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Sharpe ratio &amp; momentum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Multi-factor risk flag assignment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18872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188720"/>
            <a:ext cx="54864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ML &amp; Sentiment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Isolation Forest anomaly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Gradient Boosting risk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Feature importance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TextBlob polarity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Live Yahoo Finance news (2-day)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RED-flagged asset deep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93192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931920"/>
            <a:ext cx="54864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4348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Python 3.11  |  Streamlit (UI framework)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7274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pandas / NumPy (data processing)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0200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scikit-learn (ML models: Isolation Forest, Gradient Boosting)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31266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Plotly / Matplotlib (interactive &amp; static charts)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60527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PostgreSQL + psycopg2 (persistent storage &amp; caching)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8978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TextBlob (NLP sentiment)  |  feedparser (RSS news)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931920"/>
            <a:ext cx="521208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931920"/>
            <a:ext cx="54864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Performance Optimizations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434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Delta-based caching cuts API calls by up to 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7274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Per-symbol date tracking avoids re-fetching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0200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JSONB storage enables flexible schema evolution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3126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Streamlit session state for in-memory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6052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Batch database writes with upsert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8978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Browser timezone auto-detection for timestamps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Calibri"/>
              </a:defRPr>
            </a:pPr>
            <a:r>
              <a:t>Overview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KPI strip: RED/YELLOW/GREEN counts, market cap, 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Sector allocation &amp; risk distribution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ML Summary with Key Risk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On-demand PDF &amp; CSV report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18872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188720"/>
            <a:ext cx="54864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599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Risk &amp; Sentiment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Actionable recommendations for flagged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39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Flagged assets with styled news article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39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Sentiment overview with polarity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39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Scrollable container for large portfolios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118872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8" y="1188720"/>
            <a:ext cx="54864" cy="2103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38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Asset Deep Dive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78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Type-ahead search across all portfolio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78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Per-asset risk flags and sentiment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78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Historical price chart with ML anomaly overlay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78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Fetch latest news button per asset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56616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Market News Tab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690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Live RSS from Reuters, CNBC, MarketWatch, Yahoo, WSJ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61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Auto-categorized: Fed, Earnings, Tech, Energy, etc.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654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Sentiment-scored headlines with color coding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946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Source and category filters, 2-day window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59" y="356616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599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Metrics &amp; Thresholds Tab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39" y="40690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Methodology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39" y="4361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Data cache statistics and hit rates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39" y="4654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Pipeline performance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39" y="4946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Configurable risk threshold reference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3566160"/>
            <a:ext cx="7132320" cy="2651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60" y="3566160"/>
            <a:ext cx="54864" cy="2651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37033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Additional Capabilities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069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Dark / Light mode toggle for comfortable viewing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361688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Save &amp; reload pipeline runs from cloud storage (PostgreSQL)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654296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Configurable risk thresholds via sidebar controls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4946904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Auto-detected browser timezone for accurate timestamps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5239512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Expandable stock universe: ~1,074 US equities with sector mapping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553212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Delta-based caching with visible stats in Metrics tab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58952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EA5E9"/>
                </a:solidFill>
                <a:latin typeface="Calibri"/>
              </a:defRPr>
            </a:pPr>
            <a:r>
              <a:t>Financial Risk Intelligence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1.   Configure portfolio size and risk 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2.   Execute the 4-stage analysis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3.   Explore interactive dashboard tabs and drill-downs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Production Readiness &amp; Industry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Cloud-deployed on Replit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PostgreSQL persistence for all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Error handling with graceful fallbacks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Sanitized data serialization (Inf/NaN)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Configurable parameters via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Session state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188720"/>
            <a:ext cx="338328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188720"/>
            <a:ext cx="54864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Delta caching scales to thousands of symbols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Modular pipeline stages run independently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Expandable stock universe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JSONB storage for flexible data evolution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Batch processing with progress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Stateless dashboard, persistent 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188720"/>
            <a:ext cx="338328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188720"/>
            <a:ext cx="54864" cy="2560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Security &amp;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Environment variable secrets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1984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Database connection pooling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Input validation on all 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5694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Graceful handling of API failures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Data integrity with UNIQUE constraints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Automated checkpoint &amp; rollback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1148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11480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Industry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6177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Democratizes institutional-grade risk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91032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Reduces portfolio review time from hours to minutes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20293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Bridges gap between quant analysis and business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49554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Combines price, ML, and sentiment signals in one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7881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Actionable recommendations, not just raw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11480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11480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6177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Real-time streaming data integration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910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Custom portfolio upload (CSV / API)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2029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Multi-user access with role-based permissions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4955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Extended ML models (LSTM, transformer-based)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7881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Automated alert system (email / Slack)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58952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03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EA5E9"/>
                </a:solidFill>
                <a:latin typeface="Calibri"/>
              </a:defRPr>
            </a:pPr>
            <a:r>
              <a:t>Thank you 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Financial Risk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