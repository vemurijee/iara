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Portfolio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EA5E9"/>
                </a:solidFill>
                <a:latin typeface="Calibri"/>
              </a:defRPr>
            </a:pPr>
            <a:r>
              <a:t>Analysis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Automated Multi-Stage Risk Intelligence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572000"/>
            <a:ext cx="1828800" cy="381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Business &amp; Technical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4155"/>
                </a:solidFill>
                <a:latin typeface="Calibri"/>
              </a:defRPr>
            </a:pPr>
            <a:r>
              <a:t>An end-to-end automated platform that ingests portfolio data, performs quantitative risk analysis, applies machine learning for anomaly detection, analyzes market sentiment, and generates actionable reports — all from a single interactive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743200"/>
            <a:ext cx="2011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301752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Calibri"/>
              </a:defRPr>
            </a:pPr>
            <a:r>
              <a:t>Data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33756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Simulated Bloomberg feed</a:t>
            </a:r>
            <a:br/>
            <a:r>
              <a:t>with full market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743200"/>
            <a:ext cx="2011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301752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4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Calibri"/>
              </a:defRPr>
            </a:pPr>
            <a:r>
              <a:t>Core Risk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333756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7 risk flags, 3 rating tiers</a:t>
            </a:r>
            <a:br/>
            <a:r>
              <a:t>(RED / YELLOW / GREEN)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2743200"/>
            <a:ext cx="2011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0" y="301752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33756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Anomaly detection &amp;</a:t>
            </a:r>
            <a:br/>
            <a:r>
              <a:t>risk prediction models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60" y="2743200"/>
            <a:ext cx="2011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26680" y="301752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Calibri"/>
              </a:defRPr>
            </a:pPr>
            <a:r>
              <a:t>Sentiment Analysis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33756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NLP on financial news</a:t>
            </a:r>
            <a:br/>
            <a:r>
              <a:t>for flagged assets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743200"/>
            <a:ext cx="201168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966960" y="3017520"/>
            <a:ext cx="548640" cy="548640"/>
          </a:xfrm>
          <a:prstGeom prst="roundRect">
            <a:avLst>
              <a:gd name="adj" fmla="val 15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696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98480" y="2971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Calibri"/>
              </a:defRPr>
            </a:pPr>
            <a:r>
              <a:t>Report Generation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333756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PDF &amp; CSV exports</a:t>
            </a:r>
            <a:br/>
            <a:r>
              <a:t>with full 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4632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4748B"/>
                </a:solidFill>
                <a:latin typeface="Calibri"/>
              </a:defRPr>
            </a:pPr>
            <a:r>
              <a:t>Key Value: Reduces manual portfolio risk review from hours to seconds. Provides consistent, repeatable risk assessments with full transparency into methodology and thresholds.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Business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For Portfolio Managers &amp; Risk Officers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Instant portfolio-wide risk scoring across all assets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Color-coded risk ratings (RED / YELLOW / GREEN) for quick triage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Configurable risk thresholds — adjust sensitivity without code changes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Expandable flagged asset rows with full deep-dive details inline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Sentiment analysis surfaces market perception risks early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One-click PDF and CSV report generation for compliance &amp;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Measurable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Reduces manual review time by 90%+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Consistent, rule-based analysis eliminates subjective bias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ML anomaly detection catches risks human review may miss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Full audit trail with methodology transparency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Scalable from 10 to 100+ assets per run</a:t>
            </a:r>
          </a:p>
          <a:p>
            <a:pPr>
              <a:spcAft>
                <a:spcPts val="800"/>
              </a:spcAft>
              <a:defRPr sz="1500">
                <a:solidFill>
                  <a:srgbClr val="334155"/>
                </a:solidFill>
                <a:latin typeface="Calibri"/>
              </a:defRPr>
            </a:pPr>
            <a:r>
              <a:t>Interactive dashboard — no spreadsheets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 — Four-Tab Layout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1: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41732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KPI metrics strip (total assets, market cap, risk counts, avg volatility)</a:t>
            </a:r>
            <a:br/>
            <a:r>
              <a:t>Sector allocation donut chart</a:t>
            </a:r>
            <a:br/>
            <a:r>
              <a:t>Risk distribution pie chart</a:t>
            </a:r>
            <a:br/>
            <a:r>
              <a:t>Volatility vs Drawdown scatter plot</a:t>
            </a:r>
            <a:br/>
            <a:r>
              <a:t>ML analysis summary with anomaly toggle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9748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2: Risk &amp; Sentiment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7432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Collapsible recommendations section</a:t>
            </a:r>
            <a:br/>
            <a:r>
              <a:t>Expandable flagged asset rows — click any row to see:</a:t>
            </a:r>
            <a:br/>
            <a:r>
              <a:t>  • Asset info, risk metrics, performance, risk flags</a:t>
            </a:r>
            <a:br/>
            <a:r>
              <a:t>  • Sentiment scores and news articles</a:t>
            </a:r>
            <a:br/>
            <a:r>
              <a:t>Sentiment overview with aggregate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2336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3: Asset Deep Dive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0690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Dropdown to select any asset in the portfolio</a:t>
            </a:r>
            <a:br/>
            <a:r>
              <a:t>Four-column layout: Info, Metrics, Performance, Flags</a:t>
            </a:r>
            <a:br/>
            <a:r>
              <a:t>Collapsible sentiment analysis section</a:t>
            </a:r>
            <a:br/>
            <a:r>
              <a:t>Historical price chart with ML anomaly overlay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4924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669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Tab 4: 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3949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Methodology documentation</a:t>
            </a:r>
            <a:br/>
            <a:r>
              <a:t>Collapsible performance metrics table</a:t>
            </a:r>
            <a:br/>
            <a:r>
              <a:t>Collapsible risk flags detail matrix</a:t>
            </a:r>
            <a:br/>
            <a:r>
              <a:t>Collapsible risk thresholds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Risk Analysis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7 Risk Flags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High Volatility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&gt; 40% annualized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688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Extreme Drawdown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23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-20% max drawdown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7180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Volume Collapse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9260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-50% volume decline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7472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290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Severe Decline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-15% in 1 month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97764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9319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Extended Decline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&lt; -25% in 3 months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48056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Poor Risk/Return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4434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Sharpe ratio &lt; -0.5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83480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4937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72A"/>
                </a:solidFill>
                <a:latin typeface="Calibri"/>
              </a:defRPr>
            </a:pPr>
            <a:r>
              <a:t>Momentum Breakdown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49377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Both 1M &amp; 3M &lt; -10%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Rating Logic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92024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1965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192024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Any critical flag triggered</a:t>
            </a:r>
            <a:br/>
            <a:r>
              <a:t>(Extreme Drawdown, Volume Collapse, Severe Decline)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320040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320040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2+ warning flags triggered, OR</a:t>
            </a:r>
            <a:br/>
            <a:r>
              <a:t>Momentum Breakdown + 1 warning flag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4480560"/>
            <a:ext cx="1097280" cy="45720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5262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480560"/>
            <a:ext cx="3657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Calibri"/>
              </a:defRPr>
            </a:pPr>
            <a:r>
              <a:t>No critical flags and fewer than</a:t>
            </a:r>
            <a:br/>
            <a:r>
              <a:t>2 warning 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4864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284C7"/>
                </a:solidFill>
                <a:latin typeface="Calibri"/>
              </a:defRPr>
            </a:pPr>
            <a:r>
              <a:t>All thresholds are fully configurable via the sidebar — no code changes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ML &amp; Sentiment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Machine Learning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Anomaly Detection — Isolation Forest algorithm identifies outlier assets based on risk metrics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Risk Prediction — Random Forest classifier predicts future risk rating changes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Feature Importance — ranks which factors drive risk predictions most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Model accuracy and confidence scores reported per asset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Stratified training with automatic handling of class imbalance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Sentiment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Triggered only for RED-flagged assets — focused analysis where it matters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Simulated financial news from 8 sources (Reuters, Bloomberg, FT, WSJ, etc.)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NLP-based sentiment scoring per article with relevance weighting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Trend detection: IMPROVING / STABLE / DETERIORATING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Key theme extraction: earnings, regulatory, management, operations, etc.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Full article listing available per asset in expandable deep-dive rows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Frontend: Streamlit with custom CSS theming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Data Processing: Pandas, NumPy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ML Models: scikit-learn (Isolation Forest, Random Forest)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NLP: TextBlob for sentiment analysis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Visualization: Plotly (interactive charts)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Reports: ReportLab (PDF generation)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Runtime: Python 3.11+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F172A"/>
                </a:solidFill>
                <a:latin typeface="Calibri"/>
              </a:defRPr>
            </a:pPr>
            <a:r>
              <a:t>Project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app.py — Main dashboard application (tabbed layout)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pipeline/data_ingestion.py — Stage 1: Market data ingestion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pipeline/core_analysis.py — Stage 2: Risk analysis engine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pipeline/ml_analysis.py — Stage 3: ML models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pipeline/sentiment_analysis.py — Stage 4: NLP sentiment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pipeline/report_generator.py — Stage 5: PDF/CSV generation</a:t>
            </a: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  <a:latin typeface="Calibri"/>
              </a:defRPr>
            </a:pPr>
            <a:r>
              <a:t>utils/mock_data.py — Simulated Bloomberg data generator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284C7"/>
                </a:solidFill>
                <a:latin typeface="Calibri"/>
              </a:defRPr>
            </a:pPr>
            <a:r>
              <a:t>Modular pipeline design — each stage is independently testable and replaceable. Swap simulated data for real Bloomberg/Reuters feeds with minimal code changes.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Configurable Risk Thresholds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4155"/>
                </a:solidFill>
                <a:latin typeface="Calibri"/>
              </a:defRPr>
            </a:pPr>
            <a:r>
              <a:t>All risk thresholds are adjustable directly from the dashboard sidebar — no code changes required. This enables risk officers to tune sensitivity for different market conditions or portfolio strategies.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10515600" cy="457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2423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Description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Volatility RED / 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40% /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71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Annualized volatility trigger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64992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4107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Max Drawdown RED / 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4107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-20% / -10%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107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Maximum drawdown thresholds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803904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4962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Volume Decline RED / 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4962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-50% / -30%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8496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Trading volume decline limits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42816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2885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Severe Decline (1M)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2885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-15%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885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One-month price drop threshold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81728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2744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Extended Decline (3M)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72744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-25%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274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Three-month price drop threshold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120640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Poor Sharpe Ratio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166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Risk-adjusted return floor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559552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60527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Momentum Breakdown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6052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-10%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6052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Combined short &amp; medium-term decline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5998464"/>
            <a:ext cx="10515600" cy="41148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604418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Calibri"/>
              </a:defRPr>
            </a:pPr>
            <a:r>
              <a:t>Correlation Threshold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604418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4155"/>
                </a:solidFill>
                <a:latin typeface="Calibri"/>
              </a:defRPr>
            </a:pPr>
            <a:r>
              <a:t>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0441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High inter-asset correlation flag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972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Key Features 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Interactive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4-tab layout with real-time charts, metrics, and drill-down capabilities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79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Configurable Thresholds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Adjust all risk parameters via sidebar sliders — no code needed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598" y="146304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598" y="146304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18" y="18288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Expandable Flagged Assets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8" y="237744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Click any flagged asset row to see full deep dive, sentiment &amp; articles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ML-Powered Detection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Isolation Forest anomalies + Random Forest predictions with confidence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80559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480559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79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Sentiment Intelligence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79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NLP analysis on financial news with trend detection and theme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598" y="3840480"/>
            <a:ext cx="34747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29598" y="3840480"/>
            <a:ext cx="3474720" cy="7315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18" y="4206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Calibri"/>
              </a:defRPr>
            </a:pPr>
            <a:r>
              <a:t>Export &amp; Compliance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8" y="47548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One-click PDF reports and CSV data exports for audit trails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37160" cy="68580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Ready to Transform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0EA5E9"/>
                </a:solidFill>
                <a:latin typeface="Calibri"/>
              </a:defRPr>
            </a:pPr>
            <a:r>
              <a:t>Portfolio Risk Management?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840480"/>
            <a:ext cx="1828800" cy="381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64748B"/>
                </a:solidFill>
                <a:latin typeface="Calibri"/>
              </a:defRPr>
            </a:pPr>
            <a:r>
              <a:t>From data ingestion to actionable insights — automated, transparent, and configurable.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4748B"/>
                </a:solidFill>
                <a:latin typeface="Calibri"/>
              </a:defRPr>
            </a:pPr>
            <a:r>
              <a:t>Portfolio Risk Analysis Dashboard  •  Powered by Python, Streamlit &amp; 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